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12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60" r:id="rId4"/>
    <p:sldId id="261" r:id="rId5"/>
    <p:sldId id="270" r:id="rId6"/>
    <p:sldId id="263" r:id="rId7"/>
    <p:sldId id="262" r:id="rId8"/>
    <p:sldId id="264" r:id="rId9"/>
    <p:sldId id="267" r:id="rId10"/>
    <p:sldId id="265" r:id="rId11"/>
    <p:sldId id="268" r:id="rId12"/>
    <p:sldId id="269" r:id="rId13"/>
    <p:sldId id="266" r:id="rId14"/>
    <p:sldId id="259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3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gK8dvudLvoCNpTxtr2U4dsaZV8w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소연" initials="김" lastIdx="3" clrIdx="0">
    <p:extLst>
      <p:ext uri="{19B8F6BF-5375-455C-9EA6-DF929625EA0E}">
        <p15:presenceInfo xmlns:p15="http://schemas.microsoft.com/office/powerpoint/2012/main" userId="S::d075222@aivle.kt.co.kr::dfd1f00f-7322-4629-8ae2-6763a4a2d73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A80AFE7-782A-4274-9675-DACD3849E0AF}">
  <a:tblStyle styleId="{AA80AFE7-782A-4274-9675-DACD3849E0A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93" autoAdjust="0"/>
    <p:restoredTop sz="95104" autoAdjust="0"/>
  </p:normalViewPr>
  <p:slideViewPr>
    <p:cSldViewPr snapToGrid="0">
      <p:cViewPr>
        <p:scale>
          <a:sx n="100" d="100"/>
          <a:sy n="100" d="100"/>
        </p:scale>
        <p:origin x="680" y="364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26T13:45:18.102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26T13:45:18.102" idx="2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26T13:45:18.102" idx="3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" name="Google Shape;4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be7ac7d4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61" name="Google Shape;61;g34be7ac7d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be7ac7d4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/>
          </a:p>
        </p:txBody>
      </p:sp>
      <p:sp>
        <p:nvSpPr>
          <p:cNvPr id="61" name="Google Shape;61;g34be7ac7d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7884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be7ac7d4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 dirty="0"/>
          </a:p>
        </p:txBody>
      </p:sp>
      <p:sp>
        <p:nvSpPr>
          <p:cNvPr id="61" name="Google Shape;61;g34be7ac7d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20921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be7ac7d4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 dirty="0"/>
          </a:p>
        </p:txBody>
      </p:sp>
      <p:sp>
        <p:nvSpPr>
          <p:cNvPr id="61" name="Google Shape;61;g34be7ac7d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999270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be7ac7d4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 dirty="0"/>
          </a:p>
        </p:txBody>
      </p:sp>
      <p:sp>
        <p:nvSpPr>
          <p:cNvPr id="61" name="Google Shape;61;g34be7ac7d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139569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be7ac7d4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 dirty="0"/>
          </a:p>
        </p:txBody>
      </p:sp>
      <p:sp>
        <p:nvSpPr>
          <p:cNvPr id="61" name="Google Shape;61;g34be7ac7d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939995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be7ac7d4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 dirty="0"/>
          </a:p>
        </p:txBody>
      </p:sp>
      <p:sp>
        <p:nvSpPr>
          <p:cNvPr id="61" name="Google Shape;61;g34be7ac7d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196845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be7ac7d4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 dirty="0"/>
          </a:p>
        </p:txBody>
      </p:sp>
      <p:sp>
        <p:nvSpPr>
          <p:cNvPr id="61" name="Google Shape;61;g34be7ac7d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343122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be7ac7d4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 dirty="0"/>
          </a:p>
        </p:txBody>
      </p:sp>
      <p:sp>
        <p:nvSpPr>
          <p:cNvPr id="61" name="Google Shape;61;g34be7ac7d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803902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be7ac7d4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 dirty="0"/>
          </a:p>
        </p:txBody>
      </p:sp>
      <p:sp>
        <p:nvSpPr>
          <p:cNvPr id="61" name="Google Shape;61;g34be7ac7d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540388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be7ac7d4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 dirty="0"/>
          </a:p>
        </p:txBody>
      </p:sp>
      <p:sp>
        <p:nvSpPr>
          <p:cNvPr id="61" name="Google Shape;61;g34be7ac7d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044825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4be7ac7d4f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endParaRPr dirty="0"/>
          </a:p>
        </p:txBody>
      </p:sp>
      <p:sp>
        <p:nvSpPr>
          <p:cNvPr id="61" name="Google Shape;61;g34be7ac7d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536748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1"/>
              <a:buFont typeface="Arial"/>
              <a:buNone/>
              <a:defRPr sz="180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>
  <p:cSld name="사용자 지정 레이아웃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6"/>
          <p:cNvPicPr preferRelativeResize="0"/>
          <p:nvPr/>
        </p:nvPicPr>
        <p:blipFill rotWithShape="1">
          <a:blip r:embed="rId2">
            <a:alphaModFix/>
          </a:blip>
          <a:srcRect t="67715" b="21944"/>
          <a:stretch/>
        </p:blipFill>
        <p:spPr>
          <a:xfrm>
            <a:off x="0" y="3596531"/>
            <a:ext cx="12192000" cy="2859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6"/>
          <p:cNvPicPr preferRelativeResize="0"/>
          <p:nvPr/>
        </p:nvPicPr>
        <p:blipFill rotWithShape="1">
          <a:blip r:embed="rId2">
            <a:alphaModFix/>
          </a:blip>
          <a:srcRect t="25551" b="21944"/>
          <a:stretch/>
        </p:blipFill>
        <p:spPr>
          <a:xfrm>
            <a:off x="0" y="0"/>
            <a:ext cx="12192000" cy="3600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6"/>
          <p:cNvPicPr preferRelativeResize="0"/>
          <p:nvPr/>
        </p:nvPicPr>
        <p:blipFill rotWithShape="1">
          <a:blip r:embed="rId2">
            <a:alphaModFix/>
          </a:blip>
          <a:srcRect t="67715" b="21944"/>
          <a:stretch/>
        </p:blipFill>
        <p:spPr>
          <a:xfrm>
            <a:off x="0" y="6148873"/>
            <a:ext cx="12192000" cy="709127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6"/>
          <p:cNvSpPr txBox="1">
            <a:spLocks noGrp="1"/>
          </p:cNvSpPr>
          <p:nvPr>
            <p:ph type="title"/>
          </p:nvPr>
        </p:nvSpPr>
        <p:spPr>
          <a:xfrm>
            <a:off x="532456" y="510866"/>
            <a:ext cx="10821346" cy="59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1" name="Google Shape;21;p6"/>
          <p:cNvCxnSpPr>
            <a:stCxn id="19" idx="1"/>
            <a:endCxn id="19" idx="3"/>
          </p:cNvCxnSpPr>
          <p:nvPr/>
        </p:nvCxnSpPr>
        <p:spPr>
          <a:xfrm>
            <a:off x="0" y="6503437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" name="Google Shape;22;p6"/>
          <p:cNvSpPr txBox="1"/>
          <p:nvPr/>
        </p:nvSpPr>
        <p:spPr>
          <a:xfrm>
            <a:off x="11266756" y="6559088"/>
            <a:ext cx="755737" cy="15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31"/>
              <a:buFont typeface="Arial"/>
              <a:buNone/>
            </a:pPr>
            <a:fld id="{00000000-1234-1234-1234-123412341234}" type="slidenum">
              <a:rPr lang="en-US" sz="1022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22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6"/>
          <p:cNvSpPr/>
          <p:nvPr/>
        </p:nvSpPr>
        <p:spPr>
          <a:xfrm>
            <a:off x="210470" y="6559088"/>
            <a:ext cx="3556571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2"/>
              <a:buFont typeface="Arial"/>
              <a:buNone/>
            </a:pPr>
            <a:r>
              <a:rPr lang="en-US" sz="1292" b="1" i="0" u="none" strike="noStrike" cap="none">
                <a:solidFill>
                  <a:srgbClr val="34AEAA"/>
                </a:solidFill>
                <a:latin typeface="Arial"/>
                <a:ea typeface="Arial"/>
                <a:cs typeface="Arial"/>
                <a:sym typeface="Arial"/>
              </a:rPr>
              <a:t>KT AIVLE School</a:t>
            </a:r>
            <a:endParaRPr sz="1723" b="0" i="0" u="none" strike="noStrike" cap="none">
              <a:solidFill>
                <a:srgbClr val="34AEA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553369" y="1338454"/>
            <a:ext cx="10757098" cy="655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  <a:defRPr sz="2954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22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96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72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6"/>
          <p:cNvSpPr/>
          <p:nvPr/>
        </p:nvSpPr>
        <p:spPr>
          <a:xfrm>
            <a:off x="169507" y="1142862"/>
            <a:ext cx="11852986" cy="52747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26;p6"/>
          <p:cNvCxnSpPr/>
          <p:nvPr/>
        </p:nvCxnSpPr>
        <p:spPr>
          <a:xfrm rot="10800000">
            <a:off x="-5" y="1046297"/>
            <a:ext cx="12192005" cy="20820"/>
          </a:xfrm>
          <a:prstGeom prst="straightConnector1">
            <a:avLst/>
          </a:prstGeom>
          <a:noFill/>
          <a:ln w="28575" cap="flat" cmpd="thickThin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7" name="Google Shape;2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54455" y="126128"/>
            <a:ext cx="1068038" cy="243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">
  <p:cSld name="End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37679" y="404873"/>
            <a:ext cx="1314508" cy="24324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/>
          <p:nvPr/>
        </p:nvSpPr>
        <p:spPr>
          <a:xfrm>
            <a:off x="7873572" y="3492799"/>
            <a:ext cx="2741372" cy="241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69"/>
              <a:buFont typeface="Arial"/>
              <a:buNone/>
            </a:pPr>
            <a:r>
              <a:rPr lang="en-US" sz="1969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Make it possible</a:t>
            </a:r>
            <a:endParaRPr sz="172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7" descr="텍스트, 클립아트이(가) 표시된 사진&#10;&#10;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52094" y="2907769"/>
            <a:ext cx="2372373" cy="496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-24561"/>
            <a:ext cx="12192000" cy="7502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body" idx="1"/>
          </p:nvPr>
        </p:nvSpPr>
        <p:spPr>
          <a:xfrm>
            <a:off x="269241" y="1189178"/>
            <a:ext cx="11653522" cy="68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393700" algn="l" rtl="0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2425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95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8645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733"/>
              <a:buFont typeface="Arial"/>
              <a:buChar char="•"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3692308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54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565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70967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42"/>
              <a:buFont typeface="Arial"/>
              <a:buChar char="•"/>
              <a:defRPr sz="27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242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0042" algn="l" rtl="0">
              <a:lnSpc>
                <a:spcPct val="9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755"/>
              <a:buFont typeface="Arial"/>
              <a:buChar char="•"/>
              <a:defRPr sz="21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7660" algn="l" rtl="0">
              <a:lnSpc>
                <a:spcPct val="9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–"/>
              <a:defRPr sz="19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7660" algn="l" rtl="0">
              <a:lnSpc>
                <a:spcPct val="9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»"/>
              <a:defRPr sz="19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9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9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9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975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>
  <p:cSld name="Section Title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title"/>
          </p:nvPr>
        </p:nvSpPr>
        <p:spPr>
          <a:xfrm>
            <a:off x="269241" y="2084172"/>
            <a:ext cx="11653522" cy="1162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35"/>
              <a:buFont typeface="Calibri"/>
              <a:buNone/>
              <a:defRPr sz="70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comments" Target="../comments/commen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comments" Target="../comments/commen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comments" Target="../comments/commen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7325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613" y="402965"/>
            <a:ext cx="1068038" cy="24324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"/>
          <p:cNvSpPr/>
          <p:nvPr/>
        </p:nvSpPr>
        <p:spPr>
          <a:xfrm>
            <a:off x="9765915" y="6335312"/>
            <a:ext cx="222736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Make it possible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" name="Google Shape;49;p1" descr="텍스트, 클립아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10964" y="5829300"/>
            <a:ext cx="1927553" cy="4176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" name="Google Shape;50;p1"/>
          <p:cNvCxnSpPr/>
          <p:nvPr/>
        </p:nvCxnSpPr>
        <p:spPr>
          <a:xfrm>
            <a:off x="862205" y="2286000"/>
            <a:ext cx="0" cy="1069750"/>
          </a:xfrm>
          <a:prstGeom prst="straightConnector1">
            <a:avLst/>
          </a:prstGeom>
          <a:noFill/>
          <a:ln w="57150" cap="flat" cmpd="sng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1" name="Google Shape;51;p1"/>
          <p:cNvSpPr txBox="1"/>
          <p:nvPr/>
        </p:nvSpPr>
        <p:spPr>
          <a:xfrm>
            <a:off x="862205" y="2150701"/>
            <a:ext cx="9146957" cy="1205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DX </a:t>
            </a:r>
            <a:r>
              <a:rPr lang="ko-KR" alt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트랙 미니프로젝트  </a:t>
            </a:r>
            <a:r>
              <a:rPr lang="en-US" altLang="ko-KR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ko-KR" alt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차 </a:t>
            </a:r>
            <a:endParaRPr lang="ko-KR" altLang="en-US" sz="1800" b="0" i="0" u="none" strike="noStrike" baseline="0" dirty="0">
              <a:solidFill>
                <a:srgbClr val="000000"/>
              </a:solidFill>
              <a:latin typeface="NanumSquare"/>
            </a:endParaRPr>
          </a:p>
          <a:p>
            <a:r>
              <a:rPr lang="ko-KR" altLang="en-US" sz="1800" b="0" i="0" u="none" strike="noStrike" baseline="0" dirty="0">
                <a:solidFill>
                  <a:srgbClr val="000000"/>
                </a:solidFill>
                <a:latin typeface="NanumSquare"/>
              </a:rPr>
              <a:t> </a:t>
            </a:r>
          </a:p>
          <a:p>
            <a:r>
              <a:rPr lang="ko-KR" altLang="en-US" sz="44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온프레미스</a:t>
            </a:r>
            <a:r>
              <a:rPr lang="ko-KR" altLang="en-US" sz="4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아키텍처 </a:t>
            </a:r>
          </a:p>
        </p:txBody>
      </p:sp>
      <p:sp>
        <p:nvSpPr>
          <p:cNvPr id="52" name="Google Shape;52;p1"/>
          <p:cNvSpPr txBox="1"/>
          <p:nvPr/>
        </p:nvSpPr>
        <p:spPr>
          <a:xfrm>
            <a:off x="983632" y="3589287"/>
            <a:ext cx="4202322" cy="644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1F6765"/>
                </a:solidFill>
                <a:latin typeface="Arial"/>
                <a:ea typeface="Arial"/>
                <a:cs typeface="Arial"/>
                <a:sym typeface="Arial"/>
              </a:rPr>
              <a:t>DX </a:t>
            </a:r>
            <a:r>
              <a:rPr lang="en-US" sz="3200" b="1" dirty="0">
                <a:solidFill>
                  <a:srgbClr val="1F6765"/>
                </a:solidFill>
              </a:rPr>
              <a:t>10</a:t>
            </a:r>
            <a:r>
              <a:rPr lang="en-US" sz="3200" b="1" i="0" u="none" strike="noStrike" cap="none" dirty="0">
                <a:solidFill>
                  <a:srgbClr val="1F6765"/>
                </a:solidFill>
                <a:latin typeface="Arial"/>
                <a:ea typeface="Arial"/>
                <a:cs typeface="Arial"/>
                <a:sym typeface="Arial"/>
              </a:rPr>
              <a:t>반 27조</a:t>
            </a:r>
            <a:endParaRPr sz="3200" b="1" i="0" u="none" strike="noStrike" cap="none" dirty="0">
              <a:solidFill>
                <a:srgbClr val="1F676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7F7698-C10E-46AA-8721-AE9480479B4D}"/>
              </a:ext>
            </a:extLst>
          </p:cNvPr>
          <p:cNvSpPr txBox="1"/>
          <p:nvPr/>
        </p:nvSpPr>
        <p:spPr>
          <a:xfrm>
            <a:off x="983632" y="4378766"/>
            <a:ext cx="61571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ko-KR" altLang="en-US" sz="1400" b="1" i="0" u="none" strike="noStrike" dirty="0">
                <a:solidFill>
                  <a:srgbClr val="1F6765"/>
                </a:solidFill>
                <a:effectLst/>
                <a:latin typeface="Arial" panose="020B0604020202020204" pitchFamily="34" charset="0"/>
              </a:rPr>
              <a:t>최재훈</a:t>
            </a:r>
            <a:r>
              <a:rPr lang="en-US" altLang="ko-KR" sz="1400" b="1" i="0" u="none" strike="noStrike" dirty="0">
                <a:solidFill>
                  <a:srgbClr val="1F6765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ko-KR" altLang="en-US" b="1" dirty="0">
                <a:solidFill>
                  <a:srgbClr val="1F6765"/>
                </a:solidFill>
                <a:latin typeface="Arial" panose="020B0604020202020204" pitchFamily="34" charset="0"/>
              </a:rPr>
              <a:t>최병민</a:t>
            </a:r>
            <a:r>
              <a:rPr lang="en-US" altLang="ko-KR" sz="1400" b="1" i="0" u="none" strike="noStrike" dirty="0">
                <a:solidFill>
                  <a:srgbClr val="1F6765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ko-KR" altLang="en-US" b="1" dirty="0" err="1">
                <a:solidFill>
                  <a:srgbClr val="1F6765"/>
                </a:solidFill>
                <a:latin typeface="Arial" panose="020B0604020202020204" pitchFamily="34" charset="0"/>
              </a:rPr>
              <a:t>조세진</a:t>
            </a:r>
            <a:r>
              <a:rPr lang="en-US" altLang="ko-KR" sz="1400" b="1" i="0" u="none" strike="noStrike" dirty="0">
                <a:solidFill>
                  <a:srgbClr val="1F6765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ko-KR" altLang="en-US" sz="1400" b="1" i="0" u="none" strike="noStrike" dirty="0" err="1">
                <a:solidFill>
                  <a:srgbClr val="1F6765"/>
                </a:solidFill>
                <a:effectLst/>
                <a:latin typeface="Arial" panose="020B0604020202020204" pitchFamily="34" charset="0"/>
              </a:rPr>
              <a:t>지세란</a:t>
            </a:r>
            <a:r>
              <a:rPr lang="en-US" altLang="ko-KR" sz="1400" b="1" i="0" u="none" strike="noStrike" dirty="0">
                <a:solidFill>
                  <a:srgbClr val="1F6765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ko-KR" altLang="en-US" b="1" dirty="0">
                <a:solidFill>
                  <a:srgbClr val="1F6765"/>
                </a:solidFill>
                <a:latin typeface="Arial" panose="020B0604020202020204" pitchFamily="34" charset="0"/>
              </a:rPr>
              <a:t>김소연</a:t>
            </a:r>
            <a:r>
              <a:rPr lang="en-US" altLang="ko-KR" sz="1400" b="1" i="0" u="none" strike="noStrike" dirty="0">
                <a:solidFill>
                  <a:srgbClr val="1F6765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ko-KR" altLang="en-US" b="1" dirty="0" err="1">
                <a:solidFill>
                  <a:srgbClr val="1F6765"/>
                </a:solidFill>
                <a:latin typeface="Arial" panose="020B0604020202020204" pitchFamily="34" charset="0"/>
              </a:rPr>
              <a:t>박재서</a:t>
            </a:r>
            <a:r>
              <a:rPr lang="en-US" altLang="ko-KR" sz="1400" b="1" i="0" u="none" strike="noStrike" dirty="0">
                <a:solidFill>
                  <a:srgbClr val="1F6765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ko-KR" altLang="en-US" sz="1400" b="1" i="0" u="none" strike="noStrike" dirty="0">
                <a:solidFill>
                  <a:srgbClr val="1F6765"/>
                </a:solidFill>
                <a:effectLst/>
                <a:latin typeface="Arial" panose="020B0604020202020204" pitchFamily="34" charset="0"/>
              </a:rPr>
              <a:t>박주현</a:t>
            </a:r>
            <a:r>
              <a:rPr lang="en-US" altLang="ko-KR" b="1" dirty="0">
                <a:solidFill>
                  <a:srgbClr val="1F6765"/>
                </a:solidFill>
                <a:latin typeface="Arial" panose="020B0604020202020204" pitchFamily="34" charset="0"/>
              </a:rPr>
              <a:t>, </a:t>
            </a:r>
            <a:r>
              <a:rPr lang="ko-KR" altLang="en-US" b="1" dirty="0" err="1">
                <a:solidFill>
                  <a:srgbClr val="1F6765"/>
                </a:solidFill>
                <a:latin typeface="Arial" panose="020B0604020202020204" pitchFamily="34" charset="0"/>
              </a:rPr>
              <a:t>유채민</a:t>
            </a:r>
            <a:endParaRPr lang="ko-KR" altLang="en-US" b="0" dirty="0">
              <a:effectLst/>
            </a:endParaRPr>
          </a:p>
          <a:p>
            <a:br>
              <a:rPr lang="ko-KR" altLang="en-US" dirty="0"/>
            </a:b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be7ac7d4f_0_0"/>
          <p:cNvSpPr txBox="1">
            <a:spLocks noGrp="1"/>
          </p:cNvSpPr>
          <p:nvPr>
            <p:ph type="title"/>
          </p:nvPr>
        </p:nvSpPr>
        <p:spPr>
          <a:xfrm>
            <a:off x="315685" y="275352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목표시스템 설계 구성도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6B97B4C-A8D0-4D19-84F9-A49567E9A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38" y="1152125"/>
            <a:ext cx="11036211" cy="53080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be7ac7d4f_0_0"/>
          <p:cNvSpPr txBox="1">
            <a:spLocks noGrp="1"/>
          </p:cNvSpPr>
          <p:nvPr>
            <p:ph type="title"/>
          </p:nvPr>
        </p:nvSpPr>
        <p:spPr>
          <a:xfrm>
            <a:off x="315685" y="275352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인프라 구성도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C19EB7F-3EAD-4100-B837-072144FF5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421" y="1526419"/>
            <a:ext cx="11706654" cy="492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530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be7ac7d4f_0_0"/>
          <p:cNvSpPr txBox="1">
            <a:spLocks noGrp="1"/>
          </p:cNvSpPr>
          <p:nvPr>
            <p:ph type="title"/>
          </p:nvPr>
        </p:nvSpPr>
        <p:spPr>
          <a:xfrm>
            <a:off x="315685" y="275352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서비스 흐름도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48864C-E357-417D-9BA2-56FBC47C9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99" y="1132937"/>
            <a:ext cx="6256949" cy="5274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80DC51-C692-455A-8407-EAAFC846F0AE}"/>
              </a:ext>
            </a:extLst>
          </p:cNvPr>
          <p:cNvSpPr txBox="1"/>
          <p:nvPr/>
        </p:nvSpPr>
        <p:spPr>
          <a:xfrm>
            <a:off x="6617743" y="2146268"/>
            <a:ext cx="5866799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UI (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화면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)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구성</a:t>
            </a:r>
            <a:endParaRPr lang="en-US" altLang="ko-KR" b="0" i="0" dirty="0">
              <a:solidFill>
                <a:srgbClr val="000000"/>
              </a:solidFill>
              <a:effectLst/>
              <a:latin typeface="Helvetica" panose="020B0604020202020204" pitchFamily="34" charset="0"/>
            </a:endParaRPr>
          </a:p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1.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상품 목록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/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탐색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UI :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카테고리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키워드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필터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인기상품 등</a:t>
            </a:r>
          </a:p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2.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상품 상세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/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리뷰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UI :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상세정보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리뷰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문의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관련 상품</a:t>
            </a:r>
          </a:p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3.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장바구니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/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결제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UI :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수량 변경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삭제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쿠폰 적용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결제 수단 선택</a:t>
            </a:r>
            <a:endParaRPr lang="en-US" altLang="ko-KR" b="0" i="0" dirty="0">
              <a:solidFill>
                <a:srgbClr val="000000"/>
              </a:solidFill>
              <a:effectLst/>
              <a:latin typeface="Helvetica" panose="020B0604020202020204" pitchFamily="34" charset="0"/>
            </a:endParaRPr>
          </a:p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, PG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사 연동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주문 완료</a:t>
            </a:r>
          </a:p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4.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주문내역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/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취소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UI :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주문내역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배송 조회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취소 요청</a:t>
            </a:r>
          </a:p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5.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문의 작성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UI </a:t>
            </a:r>
          </a:p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6.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쿠폰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/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이벤트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: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참여 이벤트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쿠폰 발급 확인</a:t>
            </a:r>
          </a:p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7.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알림 내역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UI :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주문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/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배송 상태 알림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쿠폰 도착 알림</a:t>
            </a:r>
          </a:p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8.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상품 등록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/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수정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UI :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상품 정보 입력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옵션 관리</a:t>
            </a:r>
          </a:p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9.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주문 처리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UI :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배송 상태 변경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송장 입력</a:t>
            </a:r>
          </a:p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10.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회원 관리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UI :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회원 </a:t>
            </a:r>
            <a:r>
              <a:rPr lang="ko-KR" altLang="en-US" dirty="0">
                <a:latin typeface="Helvetica" panose="020B0604020202020204" pitchFamily="34" charset="0"/>
              </a:rPr>
              <a:t>등급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 조정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활동 기록</a:t>
            </a:r>
          </a:p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11.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리포트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UI :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매출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/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방문자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/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이벤트 참여 통계</a:t>
            </a:r>
          </a:p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12.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콘텐츠 관리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UI :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배너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이벤트 콘텐츠 편집</a:t>
            </a:r>
          </a:p>
          <a:p>
            <a:pPr algn="l"/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13.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정책 관리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UI :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환불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배송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이용약관 설정</a:t>
            </a:r>
          </a:p>
        </p:txBody>
      </p:sp>
    </p:spTree>
    <p:extLst>
      <p:ext uri="{BB962C8B-B14F-4D97-AF65-F5344CB8AC3E}">
        <p14:creationId xmlns:p14="http://schemas.microsoft.com/office/powerpoint/2010/main" val="3031333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be7ac7d4f_0_0"/>
          <p:cNvSpPr txBox="1">
            <a:spLocks noGrp="1"/>
          </p:cNvSpPr>
          <p:nvPr>
            <p:ph type="title"/>
          </p:nvPr>
        </p:nvSpPr>
        <p:spPr>
          <a:xfrm>
            <a:off x="315685" y="275352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프로토타입 설계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1C3AE06D-C847-4DCE-8184-841ADF71F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085" y="1292908"/>
            <a:ext cx="3149282" cy="476440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2179CD2-855A-42C2-A879-492E9AEACC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073" y="1925032"/>
            <a:ext cx="1629410" cy="104359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669D57A-4D0F-452D-9CE7-9E93D0EDBD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073" y="3700813"/>
            <a:ext cx="3986544" cy="1043598"/>
          </a:xfrm>
          <a:prstGeom prst="rect">
            <a:avLst/>
          </a:prstGeom>
        </p:spPr>
      </p:pic>
      <p:sp>
        <p:nvSpPr>
          <p:cNvPr id="15" name="Google Shape;63;g34be7ac7d4f_0_0">
            <a:extLst>
              <a:ext uri="{FF2B5EF4-FFF2-40B4-BE49-F238E27FC236}">
                <a16:creationId xmlns:a16="http://schemas.microsoft.com/office/drawing/2014/main" id="{8D374882-4EFB-432B-80D1-4D0FD47C7B1F}"/>
              </a:ext>
            </a:extLst>
          </p:cNvPr>
          <p:cNvSpPr txBox="1">
            <a:spLocks/>
          </p:cNvSpPr>
          <p:nvPr/>
        </p:nvSpPr>
        <p:spPr>
          <a:xfrm>
            <a:off x="1152963" y="1401844"/>
            <a:ext cx="1415629" cy="463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[Key</a:t>
            </a:r>
            <a:r>
              <a:rPr lang="ko-KR" alt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Color]</a:t>
            </a:r>
            <a:endParaRPr lang="ko-KR" altLang="en-US" sz="1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63;g34be7ac7d4f_0_0">
            <a:extLst>
              <a:ext uri="{FF2B5EF4-FFF2-40B4-BE49-F238E27FC236}">
                <a16:creationId xmlns:a16="http://schemas.microsoft.com/office/drawing/2014/main" id="{E33489F8-70BB-48C0-B9FB-468E853624C3}"/>
              </a:ext>
            </a:extLst>
          </p:cNvPr>
          <p:cNvSpPr txBox="1">
            <a:spLocks/>
          </p:cNvSpPr>
          <p:nvPr/>
        </p:nvSpPr>
        <p:spPr>
          <a:xfrm>
            <a:off x="2287179" y="3360710"/>
            <a:ext cx="1504331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[#A7E200]</a:t>
            </a:r>
            <a:endParaRPr lang="ko-KR" altLang="en-US" sz="1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" name="연결선: 구부러짐 3">
            <a:extLst>
              <a:ext uri="{FF2B5EF4-FFF2-40B4-BE49-F238E27FC236}">
                <a16:creationId xmlns:a16="http://schemas.microsoft.com/office/drawing/2014/main" id="{8BDFE1E7-ABCE-4F75-8948-67E4AC47AEB8}"/>
              </a:ext>
            </a:extLst>
          </p:cNvPr>
          <p:cNvCxnSpPr>
            <a:stCxn id="17" idx="0"/>
          </p:cNvCxnSpPr>
          <p:nvPr/>
        </p:nvCxnSpPr>
        <p:spPr>
          <a:xfrm rot="5400000" flipH="1" flipV="1">
            <a:off x="3734014" y="782825"/>
            <a:ext cx="1883216" cy="327255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C35A2AE-8E93-42EF-B2C2-1A94559492C5}"/>
              </a:ext>
            </a:extLst>
          </p:cNvPr>
          <p:cNvSpPr txBox="1"/>
          <p:nvPr/>
        </p:nvSpPr>
        <p:spPr>
          <a:xfrm>
            <a:off x="6515100" y="1321216"/>
            <a:ext cx="488950" cy="3125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0683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be7ac7d4f_0_0"/>
          <p:cNvSpPr txBox="1">
            <a:spLocks noGrp="1"/>
          </p:cNvSpPr>
          <p:nvPr>
            <p:ph type="title"/>
          </p:nvPr>
        </p:nvSpPr>
        <p:spPr>
          <a:xfrm>
            <a:off x="315685" y="275352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프로토타입 설계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63;g34be7ac7d4f_0_0">
            <a:extLst>
              <a:ext uri="{FF2B5EF4-FFF2-40B4-BE49-F238E27FC236}">
                <a16:creationId xmlns:a16="http://schemas.microsoft.com/office/drawing/2014/main" id="{B21AD269-0E0B-4086-AB65-70E7AA2E7231}"/>
              </a:ext>
            </a:extLst>
          </p:cNvPr>
          <p:cNvSpPr txBox="1">
            <a:spLocks/>
          </p:cNvSpPr>
          <p:nvPr/>
        </p:nvSpPr>
        <p:spPr>
          <a:xfrm>
            <a:off x="1073571" y="1128397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메인화면</a:t>
            </a: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ko-KR" altLang="en-US" sz="1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63;g34be7ac7d4f_0_0">
            <a:extLst>
              <a:ext uri="{FF2B5EF4-FFF2-40B4-BE49-F238E27FC236}">
                <a16:creationId xmlns:a16="http://schemas.microsoft.com/office/drawing/2014/main" id="{05E2BDDA-8A9B-403E-A8A5-423446BFAD4E}"/>
              </a:ext>
            </a:extLst>
          </p:cNvPr>
          <p:cNvSpPr txBox="1">
            <a:spLocks/>
          </p:cNvSpPr>
          <p:nvPr/>
        </p:nvSpPr>
        <p:spPr>
          <a:xfrm>
            <a:off x="4918240" y="1141016"/>
            <a:ext cx="1504331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마이페이지</a:t>
            </a: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ko-KR" altLang="en-US" sz="1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1C3AE06D-C847-4DCE-8184-841ADF71F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19" y="1539625"/>
            <a:ext cx="3149282" cy="4764403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4BE4B63-334B-4F8B-B20E-005ADE7E085F}"/>
              </a:ext>
            </a:extLst>
          </p:cNvPr>
          <p:cNvSpPr txBox="1"/>
          <p:nvPr/>
        </p:nvSpPr>
        <p:spPr>
          <a:xfrm>
            <a:off x="2319753" y="5965079"/>
            <a:ext cx="362078" cy="3389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BC46A25C-0A55-41D7-9787-464F4C63E9D4}"/>
              </a:ext>
            </a:extLst>
          </p:cNvPr>
          <p:cNvCxnSpPr>
            <a:cxnSpLocks/>
            <a:endCxn id="41" idx="1"/>
          </p:cNvCxnSpPr>
          <p:nvPr/>
        </p:nvCxnSpPr>
        <p:spPr>
          <a:xfrm rot="5400000" flipH="1" flipV="1">
            <a:off x="2326475" y="4098624"/>
            <a:ext cx="2129880" cy="160303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그림 40">
            <a:extLst>
              <a:ext uri="{FF2B5EF4-FFF2-40B4-BE49-F238E27FC236}">
                <a16:creationId xmlns:a16="http://schemas.microsoft.com/office/drawing/2014/main" id="{C65AEFB6-5EFA-4E31-A0F9-5FA3CE61B7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2932" y="1539625"/>
            <a:ext cx="3019053" cy="4591151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659FD3F8-C60A-450D-A3AC-CFB616CFD967}"/>
              </a:ext>
            </a:extLst>
          </p:cNvPr>
          <p:cNvSpPr txBox="1"/>
          <p:nvPr/>
        </p:nvSpPr>
        <p:spPr>
          <a:xfrm>
            <a:off x="4269178" y="3301340"/>
            <a:ext cx="2931253" cy="3621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/>
          </a:p>
        </p:txBody>
      </p:sp>
      <p:cxnSp>
        <p:nvCxnSpPr>
          <p:cNvPr id="47" name="연결선: 구부러짐 46">
            <a:extLst>
              <a:ext uri="{FF2B5EF4-FFF2-40B4-BE49-F238E27FC236}">
                <a16:creationId xmlns:a16="http://schemas.microsoft.com/office/drawing/2014/main" id="{37A9FBA6-A592-48B6-BFD4-F39E3C8AF485}"/>
              </a:ext>
            </a:extLst>
          </p:cNvPr>
          <p:cNvCxnSpPr>
            <a:stCxn id="45" idx="3"/>
          </p:cNvCxnSpPr>
          <p:nvPr/>
        </p:nvCxnSpPr>
        <p:spPr>
          <a:xfrm flipV="1">
            <a:off x="7200431" y="2980706"/>
            <a:ext cx="681640" cy="50173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6405EA54-E60D-49A3-8E7B-E7B79263A3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2216" y="1539624"/>
            <a:ext cx="3173595" cy="4718671"/>
          </a:xfrm>
          <a:prstGeom prst="rect">
            <a:avLst/>
          </a:prstGeom>
        </p:spPr>
      </p:pic>
      <p:sp>
        <p:nvSpPr>
          <p:cNvPr id="13" name="Google Shape;63;g34be7ac7d4f_0_0">
            <a:extLst>
              <a:ext uri="{FF2B5EF4-FFF2-40B4-BE49-F238E27FC236}">
                <a16:creationId xmlns:a16="http://schemas.microsoft.com/office/drawing/2014/main" id="{2297A3BD-524A-41D6-9321-53377A988A0D}"/>
              </a:ext>
            </a:extLst>
          </p:cNvPr>
          <p:cNvSpPr txBox="1">
            <a:spLocks/>
          </p:cNvSpPr>
          <p:nvPr/>
        </p:nvSpPr>
        <p:spPr>
          <a:xfrm>
            <a:off x="8952062" y="1141016"/>
            <a:ext cx="1969938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로그인 화면</a:t>
            </a: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ko-KR" altLang="en-US" sz="1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64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be7ac7d4f_0_0"/>
          <p:cNvSpPr txBox="1">
            <a:spLocks noGrp="1"/>
          </p:cNvSpPr>
          <p:nvPr>
            <p:ph type="title"/>
          </p:nvPr>
        </p:nvSpPr>
        <p:spPr>
          <a:xfrm>
            <a:off x="315685" y="275352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프로토타입 설계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63;g34be7ac7d4f_0_0">
            <a:extLst>
              <a:ext uri="{FF2B5EF4-FFF2-40B4-BE49-F238E27FC236}">
                <a16:creationId xmlns:a16="http://schemas.microsoft.com/office/drawing/2014/main" id="{B21AD269-0E0B-4086-AB65-70E7AA2E7231}"/>
              </a:ext>
            </a:extLst>
          </p:cNvPr>
          <p:cNvSpPr txBox="1">
            <a:spLocks/>
          </p:cNvSpPr>
          <p:nvPr/>
        </p:nvSpPr>
        <p:spPr>
          <a:xfrm>
            <a:off x="1174512" y="1141016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로그인 화면</a:t>
            </a: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ko-KR" altLang="en-US" sz="1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63;g34be7ac7d4f_0_0">
            <a:extLst>
              <a:ext uri="{FF2B5EF4-FFF2-40B4-BE49-F238E27FC236}">
                <a16:creationId xmlns:a16="http://schemas.microsoft.com/office/drawing/2014/main" id="{05E2BDDA-8A9B-403E-A8A5-423446BFAD4E}"/>
              </a:ext>
            </a:extLst>
          </p:cNvPr>
          <p:cNvSpPr txBox="1">
            <a:spLocks/>
          </p:cNvSpPr>
          <p:nvPr/>
        </p:nvSpPr>
        <p:spPr>
          <a:xfrm>
            <a:off x="4918240" y="1141016"/>
            <a:ext cx="183882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회원가입 화면</a:t>
            </a: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ko-KR" altLang="en-US" sz="1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BF69D0ED-4DD4-4CAB-8B76-AC8990138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85" y="1569313"/>
            <a:ext cx="3211286" cy="4774712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2B601815-EEC7-4A5F-B53D-246BB2F247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5766" y="1569313"/>
            <a:ext cx="3196981" cy="4774712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4BF3BF4A-54B1-4B10-A810-BBC23F3E29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0703" y="1509936"/>
            <a:ext cx="3090352" cy="4774712"/>
          </a:xfrm>
          <a:prstGeom prst="rect">
            <a:avLst/>
          </a:prstGeom>
        </p:spPr>
      </p:pic>
      <p:sp>
        <p:nvSpPr>
          <p:cNvPr id="54" name="Google Shape;63;g34be7ac7d4f_0_0">
            <a:extLst>
              <a:ext uri="{FF2B5EF4-FFF2-40B4-BE49-F238E27FC236}">
                <a16:creationId xmlns:a16="http://schemas.microsoft.com/office/drawing/2014/main" id="{23F3C105-D4A1-4E4D-A7A9-8F731F140B63}"/>
              </a:ext>
            </a:extLst>
          </p:cNvPr>
          <p:cNvSpPr txBox="1">
            <a:spLocks/>
          </p:cNvSpPr>
          <p:nvPr/>
        </p:nvSpPr>
        <p:spPr>
          <a:xfrm>
            <a:off x="9037782" y="1141016"/>
            <a:ext cx="1860953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개인정보 입력</a:t>
            </a: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ko-KR" altLang="en-US" sz="1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BB1543F-62BF-4BFD-B1D4-A57F498389C0}"/>
              </a:ext>
            </a:extLst>
          </p:cNvPr>
          <p:cNvSpPr txBox="1"/>
          <p:nvPr/>
        </p:nvSpPr>
        <p:spPr>
          <a:xfrm>
            <a:off x="1686790" y="5716984"/>
            <a:ext cx="480456" cy="2840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56" name="연결선: 구부러짐 55">
            <a:extLst>
              <a:ext uri="{FF2B5EF4-FFF2-40B4-BE49-F238E27FC236}">
                <a16:creationId xmlns:a16="http://schemas.microsoft.com/office/drawing/2014/main" id="{67CA4A28-3D0D-4B7B-8B3A-EF48FEAEA974}"/>
              </a:ext>
            </a:extLst>
          </p:cNvPr>
          <p:cNvCxnSpPr>
            <a:endCxn id="50" idx="1"/>
          </p:cNvCxnSpPr>
          <p:nvPr/>
        </p:nvCxnSpPr>
        <p:spPr>
          <a:xfrm flipV="1">
            <a:off x="2190997" y="3956669"/>
            <a:ext cx="1974769" cy="176031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6F174135-A074-4E64-9ADC-9E6AFA783F66}"/>
              </a:ext>
            </a:extLst>
          </p:cNvPr>
          <p:cNvSpPr txBox="1"/>
          <p:nvPr/>
        </p:nvSpPr>
        <p:spPr>
          <a:xfrm>
            <a:off x="4165766" y="5716984"/>
            <a:ext cx="3196981" cy="4282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59" name="연결선: 구부러짐 58">
            <a:extLst>
              <a:ext uri="{FF2B5EF4-FFF2-40B4-BE49-F238E27FC236}">
                <a16:creationId xmlns:a16="http://schemas.microsoft.com/office/drawing/2014/main" id="{1222C886-1238-4164-8619-D0B2DCF5AF82}"/>
              </a:ext>
            </a:extLst>
          </p:cNvPr>
          <p:cNvCxnSpPr>
            <a:stCxn id="57" idx="3"/>
            <a:endCxn id="52" idx="1"/>
          </p:cNvCxnSpPr>
          <p:nvPr/>
        </p:nvCxnSpPr>
        <p:spPr>
          <a:xfrm flipV="1">
            <a:off x="7362747" y="3897292"/>
            <a:ext cx="987956" cy="203384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EBD856C4-EDDE-4572-8729-927E3C13A0E1}"/>
              </a:ext>
            </a:extLst>
          </p:cNvPr>
          <p:cNvSpPr txBox="1"/>
          <p:nvPr/>
        </p:nvSpPr>
        <p:spPr>
          <a:xfrm>
            <a:off x="8297389" y="5644846"/>
            <a:ext cx="3196981" cy="4282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C2DE3CF-D3F9-459F-BCC7-AF129A5D0C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8843" y="5792909"/>
            <a:ext cx="3132720" cy="28023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79164C2-1BEE-4672-8554-F407EC08CB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4516" y="5740685"/>
            <a:ext cx="743217" cy="25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952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be7ac7d4f_0_0"/>
          <p:cNvSpPr txBox="1">
            <a:spLocks noGrp="1"/>
          </p:cNvSpPr>
          <p:nvPr>
            <p:ph type="title"/>
          </p:nvPr>
        </p:nvSpPr>
        <p:spPr>
          <a:xfrm>
            <a:off x="315685" y="275352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프로토타입 설계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63;g34be7ac7d4f_0_0">
            <a:extLst>
              <a:ext uri="{FF2B5EF4-FFF2-40B4-BE49-F238E27FC236}">
                <a16:creationId xmlns:a16="http://schemas.microsoft.com/office/drawing/2014/main" id="{B21AD269-0E0B-4086-AB65-70E7AA2E7231}"/>
              </a:ext>
            </a:extLst>
          </p:cNvPr>
          <p:cNvSpPr txBox="1">
            <a:spLocks/>
          </p:cNvSpPr>
          <p:nvPr/>
        </p:nvSpPr>
        <p:spPr>
          <a:xfrm>
            <a:off x="1174512" y="1141016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로그인 화면</a:t>
            </a: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ko-KR" altLang="en-US" sz="1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63;g34be7ac7d4f_0_0">
            <a:extLst>
              <a:ext uri="{FF2B5EF4-FFF2-40B4-BE49-F238E27FC236}">
                <a16:creationId xmlns:a16="http://schemas.microsoft.com/office/drawing/2014/main" id="{05E2BDDA-8A9B-403E-A8A5-423446BFAD4E}"/>
              </a:ext>
            </a:extLst>
          </p:cNvPr>
          <p:cNvSpPr txBox="1">
            <a:spLocks/>
          </p:cNvSpPr>
          <p:nvPr/>
        </p:nvSpPr>
        <p:spPr>
          <a:xfrm>
            <a:off x="4918240" y="1141016"/>
            <a:ext cx="183882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회원가입 화면</a:t>
            </a: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ko-KR" altLang="en-US" sz="1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4BF3BF4A-54B1-4B10-A810-BBC23F3E2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85" y="1599001"/>
            <a:ext cx="3090352" cy="4774712"/>
          </a:xfrm>
          <a:prstGeom prst="rect">
            <a:avLst/>
          </a:prstGeom>
        </p:spPr>
      </p:pic>
      <p:sp>
        <p:nvSpPr>
          <p:cNvPr id="54" name="Google Shape;63;g34be7ac7d4f_0_0">
            <a:extLst>
              <a:ext uri="{FF2B5EF4-FFF2-40B4-BE49-F238E27FC236}">
                <a16:creationId xmlns:a16="http://schemas.microsoft.com/office/drawing/2014/main" id="{23F3C105-D4A1-4E4D-A7A9-8F731F140B63}"/>
              </a:ext>
            </a:extLst>
          </p:cNvPr>
          <p:cNvSpPr txBox="1">
            <a:spLocks/>
          </p:cNvSpPr>
          <p:nvPr/>
        </p:nvSpPr>
        <p:spPr>
          <a:xfrm>
            <a:off x="9251538" y="1141016"/>
            <a:ext cx="1860953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18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메인화면</a:t>
            </a: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ko-KR" altLang="en-US" sz="1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C69F8E3-A2E3-4250-9799-79EE9F1B71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467" y="2116718"/>
            <a:ext cx="3377241" cy="32899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75CC74-50E1-4FE2-B681-7B435989EB45}"/>
              </a:ext>
            </a:extLst>
          </p:cNvPr>
          <p:cNvSpPr txBox="1"/>
          <p:nvPr/>
        </p:nvSpPr>
        <p:spPr>
          <a:xfrm>
            <a:off x="403761" y="5753595"/>
            <a:ext cx="2802577" cy="391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6" name="연결선: 구부러짐 5">
            <a:extLst>
              <a:ext uri="{FF2B5EF4-FFF2-40B4-BE49-F238E27FC236}">
                <a16:creationId xmlns:a16="http://schemas.microsoft.com/office/drawing/2014/main" id="{DE60C6B2-9E26-48BD-9391-D16D429CEE73}"/>
              </a:ext>
            </a:extLst>
          </p:cNvPr>
          <p:cNvCxnSpPr>
            <a:cxnSpLocks/>
            <a:stCxn id="4" idx="0"/>
            <a:endCxn id="3" idx="1"/>
          </p:cNvCxnSpPr>
          <p:nvPr/>
        </p:nvCxnSpPr>
        <p:spPr>
          <a:xfrm rot="5400000" flipH="1" flipV="1">
            <a:off x="2041813" y="3524942"/>
            <a:ext cx="1991890" cy="246541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47CF9BB7-2377-47E6-9DF6-CF909387A6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7194" y="1532120"/>
            <a:ext cx="3149282" cy="476440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486461E-4E29-4669-AA76-EEB3F28F0ADB}"/>
              </a:ext>
            </a:extLst>
          </p:cNvPr>
          <p:cNvSpPr txBox="1"/>
          <p:nvPr/>
        </p:nvSpPr>
        <p:spPr>
          <a:xfrm>
            <a:off x="4440727" y="4860966"/>
            <a:ext cx="2972837" cy="5457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10" name="연결선: 구부러짐 9">
            <a:extLst>
              <a:ext uri="{FF2B5EF4-FFF2-40B4-BE49-F238E27FC236}">
                <a16:creationId xmlns:a16="http://schemas.microsoft.com/office/drawing/2014/main" id="{5373BBC8-0DFB-4090-878F-25D5DAEB473D}"/>
              </a:ext>
            </a:extLst>
          </p:cNvPr>
          <p:cNvCxnSpPr>
            <a:cxnSpLocks/>
          </p:cNvCxnSpPr>
          <p:nvPr/>
        </p:nvCxnSpPr>
        <p:spPr>
          <a:xfrm flipV="1">
            <a:off x="6175169" y="3651662"/>
            <a:ext cx="1983179" cy="120930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830137DD-F7EB-451F-9A3E-56C57C2603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9122" y="5001827"/>
            <a:ext cx="689308" cy="2699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1FF25C4-B7A8-47B7-800C-EFA9AEED19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3257" y="5842073"/>
            <a:ext cx="620407" cy="23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272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be7ac7d4f_0_0"/>
          <p:cNvSpPr txBox="1">
            <a:spLocks noGrp="1"/>
          </p:cNvSpPr>
          <p:nvPr>
            <p:ph type="title"/>
          </p:nvPr>
        </p:nvSpPr>
        <p:spPr>
          <a:xfrm>
            <a:off x="315685" y="275352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altLang="ko-KR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프로토타입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3E283FDF-C421-436B-BACF-4B76C9167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35" y="1728570"/>
            <a:ext cx="2962068" cy="449019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B599627-C2BC-4157-B86C-2BA342D0D14F}"/>
              </a:ext>
            </a:extLst>
          </p:cNvPr>
          <p:cNvSpPr txBox="1"/>
          <p:nvPr/>
        </p:nvSpPr>
        <p:spPr>
          <a:xfrm>
            <a:off x="1150996" y="5940702"/>
            <a:ext cx="187951" cy="2163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25F1D4C-C9C3-444E-AD42-B341754012AF}"/>
              </a:ext>
            </a:extLst>
          </p:cNvPr>
          <p:cNvSpPr txBox="1"/>
          <p:nvPr/>
        </p:nvSpPr>
        <p:spPr>
          <a:xfrm>
            <a:off x="372835" y="1213983"/>
            <a:ext cx="13457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1800" b="1" dirty="0" err="1"/>
              <a:t>메인화면</a:t>
            </a:r>
            <a:r>
              <a:rPr lang="en-US" altLang="ko-KR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ko-KR" altLang="en-US" sz="1800" b="1" dirty="0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F5E3DFC0-B03B-4542-8A80-F92BE9A79C09}"/>
              </a:ext>
            </a:extLst>
          </p:cNvPr>
          <p:cNvGrpSpPr/>
          <p:nvPr/>
        </p:nvGrpSpPr>
        <p:grpSpPr>
          <a:xfrm>
            <a:off x="4309297" y="1635274"/>
            <a:ext cx="3586104" cy="2250926"/>
            <a:chOff x="4351396" y="1558679"/>
            <a:chExt cx="3586104" cy="4490196"/>
          </a:xfrm>
        </p:grpSpPr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FE83D249-A0AC-4B84-964B-F9C2EC617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51396" y="1558679"/>
              <a:ext cx="3177496" cy="4490196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ABA44EE-ED64-4EE7-8BD3-E7E3F5DCBAD2}"/>
                </a:ext>
              </a:extLst>
            </p:cNvPr>
            <p:cNvSpPr txBox="1"/>
            <p:nvPr/>
          </p:nvSpPr>
          <p:spPr>
            <a:xfrm>
              <a:off x="4597400" y="1702427"/>
              <a:ext cx="2526785" cy="3077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endParaRPr lang="ko-KR" altLang="en-US" dirty="0"/>
            </a:p>
          </p:txBody>
        </p:sp>
        <p:cxnSp>
          <p:nvCxnSpPr>
            <p:cNvPr id="42" name="연결선: 구부러짐 41">
              <a:extLst>
                <a:ext uri="{FF2B5EF4-FFF2-40B4-BE49-F238E27FC236}">
                  <a16:creationId xmlns:a16="http://schemas.microsoft.com/office/drawing/2014/main" id="{E257BF60-BEC9-4D2F-B6F0-309BFF0B90FC}"/>
                </a:ext>
              </a:extLst>
            </p:cNvPr>
            <p:cNvCxnSpPr>
              <a:cxnSpLocks/>
            </p:cNvCxnSpPr>
            <p:nvPr/>
          </p:nvCxnSpPr>
          <p:spPr>
            <a:xfrm>
              <a:off x="7124185" y="1856315"/>
              <a:ext cx="813315" cy="617380"/>
            </a:xfrm>
            <a:prstGeom prst="curved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7" name="그림 46">
            <a:extLst>
              <a:ext uri="{FF2B5EF4-FFF2-40B4-BE49-F238E27FC236}">
                <a16:creationId xmlns:a16="http://schemas.microsoft.com/office/drawing/2014/main" id="{33F70134-1D55-4763-9B68-6485410E61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5401" y="1728570"/>
            <a:ext cx="3826327" cy="4674698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56170F44-FFA6-4922-B30B-787FE44872A2}"/>
              </a:ext>
            </a:extLst>
          </p:cNvPr>
          <p:cNvSpPr txBox="1"/>
          <p:nvPr/>
        </p:nvSpPr>
        <p:spPr>
          <a:xfrm>
            <a:off x="4497531" y="1231306"/>
            <a:ext cx="13457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상품 검색</a:t>
            </a:r>
            <a:r>
              <a:rPr lang="en-US" altLang="ko-KR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ko-KR" altLang="en-US" sz="1800" b="1" dirty="0"/>
          </a:p>
        </p:txBody>
      </p:sp>
      <p:cxnSp>
        <p:nvCxnSpPr>
          <p:cNvPr id="54" name="연결선: 구부러짐 53">
            <a:extLst>
              <a:ext uri="{FF2B5EF4-FFF2-40B4-BE49-F238E27FC236}">
                <a16:creationId xmlns:a16="http://schemas.microsoft.com/office/drawing/2014/main" id="{AFAF5CEF-A1D2-4BC4-AF0E-3982EF359BB5}"/>
              </a:ext>
            </a:extLst>
          </p:cNvPr>
          <p:cNvCxnSpPr/>
          <p:nvPr/>
        </p:nvCxnSpPr>
        <p:spPr>
          <a:xfrm rot="10800000" flipV="1">
            <a:off x="6991351" y="4527550"/>
            <a:ext cx="904051" cy="66675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4B490A1-E7C2-4876-A37B-E251B15E58B0}"/>
              </a:ext>
            </a:extLst>
          </p:cNvPr>
          <p:cNvSpPr txBox="1"/>
          <p:nvPr/>
        </p:nvSpPr>
        <p:spPr>
          <a:xfrm>
            <a:off x="8037513" y="1190498"/>
            <a:ext cx="6105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1800" b="1" dirty="0"/>
              <a:t>키워드</a:t>
            </a:r>
            <a:r>
              <a:rPr lang="ko-KR" alt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검색</a:t>
            </a:r>
            <a:r>
              <a:rPr lang="en-US" altLang="ko-KR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ko-KR" altLang="en-US" sz="1800" b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164A97-2564-4305-A1AA-59097FB96C32}"/>
              </a:ext>
            </a:extLst>
          </p:cNvPr>
          <p:cNvSpPr txBox="1"/>
          <p:nvPr/>
        </p:nvSpPr>
        <p:spPr>
          <a:xfrm>
            <a:off x="4217127" y="4022209"/>
            <a:ext cx="13457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상품 결과</a:t>
            </a:r>
            <a:r>
              <a:rPr lang="en-US" altLang="ko-KR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ko-KR" altLang="en-US" sz="1800" b="1" dirty="0"/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A67406AF-099A-4056-A266-DD1B505B41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2850" y="4461328"/>
            <a:ext cx="2640108" cy="1846500"/>
          </a:xfrm>
          <a:prstGeom prst="rect">
            <a:avLst/>
          </a:prstGeom>
        </p:spPr>
      </p:pic>
      <p:cxnSp>
        <p:nvCxnSpPr>
          <p:cNvPr id="66" name="연결선: 구부러짐 65">
            <a:extLst>
              <a:ext uri="{FF2B5EF4-FFF2-40B4-BE49-F238E27FC236}">
                <a16:creationId xmlns:a16="http://schemas.microsoft.com/office/drawing/2014/main" id="{19E52307-0C32-4935-A0F2-41B5AAAEAFD8}"/>
              </a:ext>
            </a:extLst>
          </p:cNvPr>
          <p:cNvCxnSpPr>
            <a:stCxn id="17" idx="0"/>
            <a:endCxn id="34" idx="1"/>
          </p:cNvCxnSpPr>
          <p:nvPr/>
        </p:nvCxnSpPr>
        <p:spPr>
          <a:xfrm rot="5400000" flipH="1" flipV="1">
            <a:off x="1187152" y="2818558"/>
            <a:ext cx="3179965" cy="306432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5070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be7ac7d4f_0_0"/>
          <p:cNvSpPr txBox="1">
            <a:spLocks noGrp="1"/>
          </p:cNvSpPr>
          <p:nvPr>
            <p:ph type="title"/>
          </p:nvPr>
        </p:nvSpPr>
        <p:spPr>
          <a:xfrm>
            <a:off x="315685" y="275352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프로토타입 설계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63;g34be7ac7d4f_0_0">
            <a:extLst>
              <a:ext uri="{FF2B5EF4-FFF2-40B4-BE49-F238E27FC236}">
                <a16:creationId xmlns:a16="http://schemas.microsoft.com/office/drawing/2014/main" id="{B21AD269-0E0B-4086-AB65-70E7AA2E7231}"/>
              </a:ext>
            </a:extLst>
          </p:cNvPr>
          <p:cNvSpPr txBox="1">
            <a:spLocks/>
          </p:cNvSpPr>
          <p:nvPr/>
        </p:nvSpPr>
        <p:spPr>
          <a:xfrm>
            <a:off x="869221" y="1192144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상품 상세페이지</a:t>
            </a: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ko-KR" altLang="en-US" sz="1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63;g34be7ac7d4f_0_0">
            <a:extLst>
              <a:ext uri="{FF2B5EF4-FFF2-40B4-BE49-F238E27FC236}">
                <a16:creationId xmlns:a16="http://schemas.microsoft.com/office/drawing/2014/main" id="{05E2BDDA-8A9B-403E-A8A5-423446BFAD4E}"/>
              </a:ext>
            </a:extLst>
          </p:cNvPr>
          <p:cNvSpPr txBox="1">
            <a:spLocks/>
          </p:cNvSpPr>
          <p:nvPr/>
        </p:nvSpPr>
        <p:spPr>
          <a:xfrm>
            <a:off x="4805424" y="1192144"/>
            <a:ext cx="2064451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사이즈 상세 화면</a:t>
            </a: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ko-KR" altLang="en-US" sz="1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63;g34be7ac7d4f_0_0">
            <a:extLst>
              <a:ext uri="{FF2B5EF4-FFF2-40B4-BE49-F238E27FC236}">
                <a16:creationId xmlns:a16="http://schemas.microsoft.com/office/drawing/2014/main" id="{23F3C105-D4A1-4E4D-A7A9-8F731F140B63}"/>
              </a:ext>
            </a:extLst>
          </p:cNvPr>
          <p:cNvSpPr txBox="1">
            <a:spLocks/>
          </p:cNvSpPr>
          <p:nvPr/>
        </p:nvSpPr>
        <p:spPr>
          <a:xfrm>
            <a:off x="9221849" y="1192144"/>
            <a:ext cx="1860953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후기 화면</a:t>
            </a: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ko-KR" altLang="en-US" sz="1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A6C400F-3EE0-48BB-9846-72F989798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68" y="1625298"/>
            <a:ext cx="3122562" cy="468049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C0BA525-E157-4DCD-A2E1-E4A8090C04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7977" y="1625298"/>
            <a:ext cx="3142431" cy="46804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92A55B9-A327-4A45-B5E8-FB8C3A3C7801}"/>
              </a:ext>
            </a:extLst>
          </p:cNvPr>
          <p:cNvSpPr txBox="1"/>
          <p:nvPr/>
        </p:nvSpPr>
        <p:spPr>
          <a:xfrm>
            <a:off x="315685" y="4645171"/>
            <a:ext cx="861941" cy="3759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C65308-92DE-4026-9A5D-FDCE77559552}"/>
              </a:ext>
            </a:extLst>
          </p:cNvPr>
          <p:cNvSpPr txBox="1"/>
          <p:nvPr/>
        </p:nvSpPr>
        <p:spPr>
          <a:xfrm>
            <a:off x="4918240" y="1953491"/>
            <a:ext cx="847230" cy="439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A925E34-D80F-4951-868F-439774B972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7984" y="1625298"/>
            <a:ext cx="3214480" cy="4680498"/>
          </a:xfrm>
          <a:prstGeom prst="rect">
            <a:avLst/>
          </a:prstGeom>
        </p:spPr>
      </p:pic>
      <p:cxnSp>
        <p:nvCxnSpPr>
          <p:cNvPr id="16" name="연결선: 구부러짐 15">
            <a:extLst>
              <a:ext uri="{FF2B5EF4-FFF2-40B4-BE49-F238E27FC236}">
                <a16:creationId xmlns:a16="http://schemas.microsoft.com/office/drawing/2014/main" id="{3255B449-40E7-4B71-B1DF-2F5A907C0B8B}"/>
              </a:ext>
            </a:extLst>
          </p:cNvPr>
          <p:cNvCxnSpPr>
            <a:stCxn id="11" idx="0"/>
            <a:endCxn id="12" idx="1"/>
          </p:cNvCxnSpPr>
          <p:nvPr/>
        </p:nvCxnSpPr>
        <p:spPr>
          <a:xfrm rot="5400000" flipH="1" flipV="1">
            <a:off x="1596455" y="1323386"/>
            <a:ext cx="2471986" cy="417158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F4F982B3-325E-4244-ADA8-19FB0E50E997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5765470" y="2126509"/>
            <a:ext cx="4239754" cy="46676"/>
          </a:xfrm>
          <a:prstGeom prst="curvedConnector3">
            <a:avLst>
              <a:gd name="adj1" fmla="val 502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B8C8775-4667-4341-B4F7-AAEA929043B3}"/>
              </a:ext>
            </a:extLst>
          </p:cNvPr>
          <p:cNvSpPr txBox="1"/>
          <p:nvPr/>
        </p:nvSpPr>
        <p:spPr>
          <a:xfrm>
            <a:off x="10005224" y="1900052"/>
            <a:ext cx="890386" cy="4928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6167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be7ac7d4f_0_0"/>
          <p:cNvSpPr txBox="1">
            <a:spLocks noGrp="1"/>
          </p:cNvSpPr>
          <p:nvPr>
            <p:ph type="title"/>
          </p:nvPr>
        </p:nvSpPr>
        <p:spPr>
          <a:xfrm>
            <a:off x="315685" y="275352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altLang="ko-KR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프로토타입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3E283FDF-C421-436B-BACF-4B76C9167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35" y="1583315"/>
            <a:ext cx="2962068" cy="449019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B599627-C2BC-4157-B86C-2BA342D0D14F}"/>
              </a:ext>
            </a:extLst>
          </p:cNvPr>
          <p:cNvSpPr txBox="1"/>
          <p:nvPr/>
        </p:nvSpPr>
        <p:spPr>
          <a:xfrm>
            <a:off x="2835643" y="5797257"/>
            <a:ext cx="301887" cy="2762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25F1D4C-C9C3-444E-AD42-B341754012AF}"/>
              </a:ext>
            </a:extLst>
          </p:cNvPr>
          <p:cNvSpPr txBox="1"/>
          <p:nvPr/>
        </p:nvSpPr>
        <p:spPr>
          <a:xfrm>
            <a:off x="372835" y="1213983"/>
            <a:ext cx="13457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1800" b="1" dirty="0" err="1"/>
              <a:t>메인화면</a:t>
            </a:r>
            <a:r>
              <a:rPr lang="en-US" altLang="ko-KR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ko-KR" altLang="en-US" sz="18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170F44-FFA6-4922-B30B-787FE44872A2}"/>
              </a:ext>
            </a:extLst>
          </p:cNvPr>
          <p:cNvSpPr txBox="1"/>
          <p:nvPr/>
        </p:nvSpPr>
        <p:spPr>
          <a:xfrm>
            <a:off x="4114030" y="1213983"/>
            <a:ext cx="1981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장바구니 내역</a:t>
            </a:r>
            <a:r>
              <a:rPr lang="en-US" altLang="ko-KR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ko-KR" altLang="en-US" sz="18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4B490A1-E7C2-4876-A37B-E251B15E58B0}"/>
              </a:ext>
            </a:extLst>
          </p:cNvPr>
          <p:cNvSpPr txBox="1"/>
          <p:nvPr/>
        </p:nvSpPr>
        <p:spPr>
          <a:xfrm>
            <a:off x="6576927" y="1183235"/>
            <a:ext cx="6105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1800" b="1" dirty="0"/>
              <a:t>상품 결제</a:t>
            </a:r>
            <a:r>
              <a:rPr lang="en-US" altLang="ko-KR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ko-KR" altLang="en-US" sz="1800" b="1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771C688-5925-4022-84ED-6A20E07265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4573" y="1747134"/>
            <a:ext cx="2290084" cy="4162558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B36962C0-D633-400B-B076-C5FB4AC27044}"/>
              </a:ext>
            </a:extLst>
          </p:cNvPr>
          <p:cNvGrpSpPr/>
          <p:nvPr/>
        </p:nvGrpSpPr>
        <p:grpSpPr>
          <a:xfrm>
            <a:off x="3556000" y="1728570"/>
            <a:ext cx="2366285" cy="4490197"/>
            <a:chOff x="3294188" y="1587522"/>
            <a:chExt cx="3970280" cy="3935699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41957973-BCE7-4EA7-8063-84717F13F5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94188" y="1587522"/>
              <a:ext cx="3970280" cy="3935699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9F6D827-216A-4038-BD4D-18986E120F61}"/>
                </a:ext>
              </a:extLst>
            </p:cNvPr>
            <p:cNvSpPr txBox="1"/>
            <p:nvPr/>
          </p:nvSpPr>
          <p:spPr>
            <a:xfrm>
              <a:off x="3429742" y="4841978"/>
              <a:ext cx="2856251" cy="26828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endParaRPr lang="ko-KR" altLang="en-US" dirty="0"/>
            </a:p>
          </p:txBody>
        </p:sp>
      </p:grpSp>
      <p:cxnSp>
        <p:nvCxnSpPr>
          <p:cNvPr id="19" name="연결선: 구부러짐 18">
            <a:extLst>
              <a:ext uri="{FF2B5EF4-FFF2-40B4-BE49-F238E27FC236}">
                <a16:creationId xmlns:a16="http://schemas.microsoft.com/office/drawing/2014/main" id="{83735489-E28A-4A82-8D04-73D8CBAF48E1}"/>
              </a:ext>
            </a:extLst>
          </p:cNvPr>
          <p:cNvCxnSpPr>
            <a:cxnSpLocks/>
            <a:stCxn id="17" idx="3"/>
            <a:endCxn id="13" idx="1"/>
          </p:cNvCxnSpPr>
          <p:nvPr/>
        </p:nvCxnSpPr>
        <p:spPr>
          <a:xfrm flipV="1">
            <a:off x="3137530" y="3973669"/>
            <a:ext cx="418470" cy="196171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687BE79-85DE-4B25-88C8-E5C026223C6B}"/>
              </a:ext>
            </a:extLst>
          </p:cNvPr>
          <p:cNvSpPr txBox="1"/>
          <p:nvPr/>
        </p:nvSpPr>
        <p:spPr>
          <a:xfrm>
            <a:off x="9826789" y="1237768"/>
            <a:ext cx="12986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결제 완료</a:t>
            </a:r>
            <a:r>
              <a:rPr lang="en-US" altLang="ko-KR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ko-KR" altLang="en-US" sz="1800" b="1" dirty="0"/>
          </a:p>
        </p:txBody>
      </p: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484D9331-ADF0-41EE-ABE1-64B0A15A0131}"/>
              </a:ext>
            </a:extLst>
          </p:cNvPr>
          <p:cNvCxnSpPr>
            <a:cxnSpLocks/>
            <a:stCxn id="32" idx="3"/>
            <a:endCxn id="15" idx="1"/>
          </p:cNvCxnSpPr>
          <p:nvPr/>
        </p:nvCxnSpPr>
        <p:spPr>
          <a:xfrm flipV="1">
            <a:off x="5339114" y="3828413"/>
            <a:ext cx="1075459" cy="176617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670787E9-7E7C-4C5F-9AD6-2651300B25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6358" y="1661632"/>
            <a:ext cx="2678128" cy="441188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B8C97C1-AAA5-4947-A8B2-77BBFA613508}"/>
              </a:ext>
            </a:extLst>
          </p:cNvPr>
          <p:cNvSpPr txBox="1"/>
          <p:nvPr/>
        </p:nvSpPr>
        <p:spPr>
          <a:xfrm>
            <a:off x="6269716" y="5594586"/>
            <a:ext cx="2525034" cy="3565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41" name="연결선: 구부러짐 40">
            <a:extLst>
              <a:ext uri="{FF2B5EF4-FFF2-40B4-BE49-F238E27FC236}">
                <a16:creationId xmlns:a16="http://schemas.microsoft.com/office/drawing/2014/main" id="{B469B024-A0A8-44C0-9EE8-0EBC96293DD5}"/>
              </a:ext>
            </a:extLst>
          </p:cNvPr>
          <p:cNvCxnSpPr>
            <a:cxnSpLocks/>
            <a:stCxn id="36" idx="3"/>
            <a:endCxn id="26" idx="1"/>
          </p:cNvCxnSpPr>
          <p:nvPr/>
        </p:nvCxnSpPr>
        <p:spPr>
          <a:xfrm flipV="1">
            <a:off x="8794750" y="3867572"/>
            <a:ext cx="561608" cy="190529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91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be7ac7d4f_0_0"/>
          <p:cNvSpPr txBox="1">
            <a:spLocks noGrp="1"/>
          </p:cNvSpPr>
          <p:nvPr>
            <p:ph type="title"/>
          </p:nvPr>
        </p:nvSpPr>
        <p:spPr>
          <a:xfrm>
            <a:off x="315685" y="275352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altLang="ko-KR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프로토타입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25F1D4C-C9C3-444E-AD42-B341754012AF}"/>
              </a:ext>
            </a:extLst>
          </p:cNvPr>
          <p:cNvSpPr txBox="1"/>
          <p:nvPr/>
        </p:nvSpPr>
        <p:spPr>
          <a:xfrm>
            <a:off x="372835" y="1213983"/>
            <a:ext cx="1981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/>
              <a:t>[</a:t>
            </a:r>
            <a:r>
              <a:rPr lang="ko-KR" altLang="en-US" sz="1800" b="1" dirty="0"/>
              <a:t>장바구니 내역</a:t>
            </a:r>
            <a:r>
              <a:rPr lang="en-US" altLang="ko-KR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ko-KR" altLang="en-US" sz="18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4B490A1-E7C2-4876-A37B-E251B15E58B0}"/>
              </a:ext>
            </a:extLst>
          </p:cNvPr>
          <p:cNvSpPr txBox="1"/>
          <p:nvPr/>
        </p:nvSpPr>
        <p:spPr>
          <a:xfrm>
            <a:off x="3224709" y="1213983"/>
            <a:ext cx="6105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취소 내역</a:t>
            </a:r>
            <a:r>
              <a:rPr lang="en-US" altLang="ko-KR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ko-KR" altLang="en-US" sz="18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87BE79-85DE-4B25-88C8-E5C026223C6B}"/>
              </a:ext>
            </a:extLst>
          </p:cNvPr>
          <p:cNvSpPr txBox="1"/>
          <p:nvPr/>
        </p:nvSpPr>
        <p:spPr>
          <a:xfrm>
            <a:off x="6125950" y="1173121"/>
            <a:ext cx="12986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1800" b="1" dirty="0"/>
              <a:t>취소</a:t>
            </a:r>
            <a:r>
              <a:rPr lang="ko-KR" altLang="en-US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완료</a:t>
            </a:r>
            <a:r>
              <a:rPr lang="en-US" altLang="ko-KR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ko-KR" altLang="en-US" sz="1800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FDFE281-A7BA-4C45-B2A2-3DE257DE7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70" y="1583315"/>
            <a:ext cx="2497031" cy="466673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B599627-C2BC-4157-B86C-2BA342D0D14F}"/>
              </a:ext>
            </a:extLst>
          </p:cNvPr>
          <p:cNvSpPr txBox="1"/>
          <p:nvPr/>
        </p:nvSpPr>
        <p:spPr>
          <a:xfrm>
            <a:off x="573368" y="3778554"/>
            <a:ext cx="664882" cy="2762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3883A2B-A817-49CE-8DFC-BF612F4C1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4709" y="1583315"/>
            <a:ext cx="2292169" cy="455147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1F63570-66A8-486B-A7D1-172D7407E9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6253" y="1542453"/>
            <a:ext cx="2548975" cy="445565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75CE893-35D1-41D9-89DF-756B6537FE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5699" y="1495862"/>
            <a:ext cx="2892918" cy="472637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EB29D69-4955-4655-8B3E-90248212C81A}"/>
              </a:ext>
            </a:extLst>
          </p:cNvPr>
          <p:cNvSpPr txBox="1"/>
          <p:nvPr/>
        </p:nvSpPr>
        <p:spPr>
          <a:xfrm>
            <a:off x="9065699" y="1068819"/>
            <a:ext cx="21618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1800" b="1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메인화면</a:t>
            </a:r>
            <a:r>
              <a:rPr lang="en-US" altLang="ko-KR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ko-KR" altLang="en-US" sz="18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D76277-8696-4AF3-91FF-C8A95701AF9F}"/>
              </a:ext>
            </a:extLst>
          </p:cNvPr>
          <p:cNvSpPr txBox="1"/>
          <p:nvPr/>
        </p:nvSpPr>
        <p:spPr>
          <a:xfrm>
            <a:off x="6125949" y="3611723"/>
            <a:ext cx="2638041" cy="4430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CA2874-A6DC-4202-B865-A492E409D3AF}"/>
              </a:ext>
            </a:extLst>
          </p:cNvPr>
          <p:cNvSpPr txBox="1"/>
          <p:nvPr/>
        </p:nvSpPr>
        <p:spPr>
          <a:xfrm>
            <a:off x="4049402" y="4269400"/>
            <a:ext cx="664882" cy="2762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22" name="연결선: 구부러짐 21">
            <a:extLst>
              <a:ext uri="{FF2B5EF4-FFF2-40B4-BE49-F238E27FC236}">
                <a16:creationId xmlns:a16="http://schemas.microsoft.com/office/drawing/2014/main" id="{88E2B912-21FA-4F26-810A-E55D25C5C764}"/>
              </a:ext>
            </a:extLst>
          </p:cNvPr>
          <p:cNvCxnSpPr>
            <a:stCxn id="17" idx="0"/>
          </p:cNvCxnSpPr>
          <p:nvPr/>
        </p:nvCxnSpPr>
        <p:spPr>
          <a:xfrm rot="5400000" flipH="1" flipV="1">
            <a:off x="1405678" y="1959523"/>
            <a:ext cx="1319163" cy="231890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구부러짐 24">
            <a:extLst>
              <a:ext uri="{FF2B5EF4-FFF2-40B4-BE49-F238E27FC236}">
                <a16:creationId xmlns:a16="http://schemas.microsoft.com/office/drawing/2014/main" id="{42C3DECF-F9FE-4A25-8C4A-C09B9A1984CC}"/>
              </a:ext>
            </a:extLst>
          </p:cNvPr>
          <p:cNvCxnSpPr>
            <a:stCxn id="35" idx="0"/>
            <a:endCxn id="34" idx="1"/>
          </p:cNvCxnSpPr>
          <p:nvPr/>
        </p:nvCxnSpPr>
        <p:spPr>
          <a:xfrm rot="5400000" flipH="1" flipV="1">
            <a:off x="5035829" y="3179280"/>
            <a:ext cx="436134" cy="174410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구부러짐 30">
            <a:extLst>
              <a:ext uri="{FF2B5EF4-FFF2-40B4-BE49-F238E27FC236}">
                <a16:creationId xmlns:a16="http://schemas.microsoft.com/office/drawing/2014/main" id="{CD67A383-7C92-465A-8D4F-63BD5F99532E}"/>
              </a:ext>
            </a:extLst>
          </p:cNvPr>
          <p:cNvCxnSpPr>
            <a:stCxn id="34" idx="0"/>
          </p:cNvCxnSpPr>
          <p:nvPr/>
        </p:nvCxnSpPr>
        <p:spPr>
          <a:xfrm rot="5400000" flipH="1" flipV="1">
            <a:off x="7838886" y="2384911"/>
            <a:ext cx="832897" cy="162072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3277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be7ac7d4f_0_0"/>
          <p:cNvSpPr txBox="1">
            <a:spLocks noGrp="1"/>
          </p:cNvSpPr>
          <p:nvPr>
            <p:ph type="title"/>
          </p:nvPr>
        </p:nvSpPr>
        <p:spPr>
          <a:xfrm>
            <a:off x="315685" y="275352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프로토타입 설계</a:t>
            </a:r>
            <a:r>
              <a:rPr lang="en-US" sz="2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2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63;g34be7ac7d4f_0_0">
            <a:extLst>
              <a:ext uri="{FF2B5EF4-FFF2-40B4-BE49-F238E27FC236}">
                <a16:creationId xmlns:a16="http://schemas.microsoft.com/office/drawing/2014/main" id="{B21AD269-0E0B-4086-AB65-70E7AA2E7231}"/>
              </a:ext>
            </a:extLst>
          </p:cNvPr>
          <p:cNvSpPr txBox="1">
            <a:spLocks/>
          </p:cNvSpPr>
          <p:nvPr/>
        </p:nvSpPr>
        <p:spPr>
          <a:xfrm>
            <a:off x="708302" y="1192144"/>
            <a:ext cx="68085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마이페이지</a:t>
            </a: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alt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고객센터</a:t>
            </a: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ko-KR" altLang="en-US" sz="1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63;g34be7ac7d4f_0_0">
            <a:extLst>
              <a:ext uri="{FF2B5EF4-FFF2-40B4-BE49-F238E27FC236}">
                <a16:creationId xmlns:a16="http://schemas.microsoft.com/office/drawing/2014/main" id="{05E2BDDA-8A9B-403E-A8A5-423446BFAD4E}"/>
              </a:ext>
            </a:extLst>
          </p:cNvPr>
          <p:cNvSpPr txBox="1">
            <a:spLocks/>
          </p:cNvSpPr>
          <p:nvPr/>
        </p:nvSpPr>
        <p:spPr>
          <a:xfrm>
            <a:off x="4805424" y="1192144"/>
            <a:ext cx="2318761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[1:1 </a:t>
            </a:r>
            <a:r>
              <a:rPr lang="ko-KR" alt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상품 문의 화면</a:t>
            </a: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ko-KR" altLang="en-US" sz="1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63;g34be7ac7d4f_0_0">
            <a:extLst>
              <a:ext uri="{FF2B5EF4-FFF2-40B4-BE49-F238E27FC236}">
                <a16:creationId xmlns:a16="http://schemas.microsoft.com/office/drawing/2014/main" id="{23F3C105-D4A1-4E4D-A7A9-8F731F140B63}"/>
              </a:ext>
            </a:extLst>
          </p:cNvPr>
          <p:cNvSpPr txBox="1">
            <a:spLocks/>
          </p:cNvSpPr>
          <p:nvPr/>
        </p:nvSpPr>
        <p:spPr>
          <a:xfrm>
            <a:off x="9221849" y="1192144"/>
            <a:ext cx="1860953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00" tIns="56225" rIns="112500" bIns="562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ko-KR" alt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작성 완료 화면</a:t>
            </a:r>
            <a:r>
              <a:rPr lang="en-US" altLang="ko-KR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lang="ko-KR" altLang="en-US" sz="18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4D20BC-4F49-4FF7-942B-61B9107E8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85" y="1587364"/>
            <a:ext cx="3094890" cy="48074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DB8568-C834-4C35-BCD1-CF5BD26B28B0}"/>
              </a:ext>
            </a:extLst>
          </p:cNvPr>
          <p:cNvSpPr txBox="1"/>
          <p:nvPr/>
        </p:nvSpPr>
        <p:spPr>
          <a:xfrm>
            <a:off x="273132" y="4940135"/>
            <a:ext cx="596089" cy="3800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1E74614-5217-414D-8DBA-C41A1362D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0382" y="1587364"/>
            <a:ext cx="3166420" cy="479956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F63C453-1B97-436A-B61B-26BB0C22BE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6609" y="1587364"/>
            <a:ext cx="3046811" cy="4682105"/>
          </a:xfrm>
          <a:prstGeom prst="rect">
            <a:avLst/>
          </a:prstGeom>
        </p:spPr>
      </p:pic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C30CCA05-BEAA-4C07-9914-0C7319D5FFF6}"/>
              </a:ext>
            </a:extLst>
          </p:cNvPr>
          <p:cNvCxnSpPr>
            <a:endCxn id="8" idx="1"/>
          </p:cNvCxnSpPr>
          <p:nvPr/>
        </p:nvCxnSpPr>
        <p:spPr>
          <a:xfrm flipV="1">
            <a:off x="869221" y="3987146"/>
            <a:ext cx="3481161" cy="1142994"/>
          </a:xfrm>
          <a:prstGeom prst="curvedConnector3">
            <a:avLst>
              <a:gd name="adj1" fmla="val 4471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18CDE83-25A7-4C74-A866-BF6848765376}"/>
              </a:ext>
            </a:extLst>
          </p:cNvPr>
          <p:cNvSpPr txBox="1"/>
          <p:nvPr/>
        </p:nvSpPr>
        <p:spPr>
          <a:xfrm>
            <a:off x="6050478" y="5492338"/>
            <a:ext cx="991590" cy="4809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3DEFFC2A-0A26-4F67-8BEE-C810DC989223}"/>
              </a:ext>
            </a:extLst>
          </p:cNvPr>
          <p:cNvCxnSpPr>
            <a:cxnSpLocks/>
            <a:stCxn id="22" idx="0"/>
            <a:endCxn id="13" idx="1"/>
          </p:cNvCxnSpPr>
          <p:nvPr/>
        </p:nvCxnSpPr>
        <p:spPr>
          <a:xfrm rot="5400000" flipH="1" flipV="1">
            <a:off x="6719481" y="3755210"/>
            <a:ext cx="1563921" cy="191033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6458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파랑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375</Words>
  <Application>Microsoft Office PowerPoint</Application>
  <PresentationFormat>와이드스크린</PresentationFormat>
  <Paragraphs>64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NanumSquare</vt:lpstr>
      <vt:lpstr>Noto Sans Symbols</vt:lpstr>
      <vt:lpstr>Malgun Gothic</vt:lpstr>
      <vt:lpstr>Arial</vt:lpstr>
      <vt:lpstr>Calibri</vt:lpstr>
      <vt:lpstr>Helvetica</vt:lpstr>
      <vt:lpstr>Office 테마</vt:lpstr>
      <vt:lpstr>PowerPoint 프레젠테이션</vt:lpstr>
      <vt:lpstr>[목표시스템 설계 구성도]</vt:lpstr>
      <vt:lpstr>[인프라 구성도]</vt:lpstr>
      <vt:lpstr>[서비스 흐름도]</vt:lpstr>
      <vt:lpstr>[프로토타입 설계]</vt:lpstr>
      <vt:lpstr>[프로토타입 설계]</vt:lpstr>
      <vt:lpstr>[프로토타입 설계]</vt:lpstr>
      <vt:lpstr>[프로토타입 설계]</vt:lpstr>
      <vt:lpstr>[프로토타입]</vt:lpstr>
      <vt:lpstr>[프로토타입 설계]</vt:lpstr>
      <vt:lpstr>[프로토타입]</vt:lpstr>
      <vt:lpstr>[프로토타입]</vt:lpstr>
      <vt:lpstr>[프로토타입 설계]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최재훈</cp:lastModifiedBy>
  <cp:revision>26</cp:revision>
  <dcterms:modified xsi:type="dcterms:W3CDTF">2025-05-26T06:37:08Z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6c548c-0cd3-4220-987a-a58bfd9a89d4_Enabled">
    <vt:lpwstr>true</vt:lpwstr>
  </property>
  <property fmtid="{D5CDD505-2E9C-101B-9397-08002B2CF9AE}" pid="3" name="MSIP_Label_b16c548c-0cd3-4220-987a-a58bfd9a89d4_SetDate">
    <vt:lpwstr>2022-01-28T12:25:58Z</vt:lpwstr>
  </property>
  <property fmtid="{D5CDD505-2E9C-101B-9397-08002B2CF9AE}" pid="4" name="MSIP_Label_b16c548c-0cd3-4220-987a-a58bfd9a89d4_Method">
    <vt:lpwstr>Privileged</vt:lpwstr>
  </property>
  <property fmtid="{D5CDD505-2E9C-101B-9397-08002B2CF9AE}" pid="5" name="MSIP_Label_b16c548c-0cd3-4220-987a-a58bfd9a89d4_Name">
    <vt:lpwstr>b16c548c-0cd3-4220-987a-a58bfd9a89d4</vt:lpwstr>
  </property>
  <property fmtid="{D5CDD505-2E9C-101B-9397-08002B2CF9AE}" pid="6" name="MSIP_Label_b16c548c-0cd3-4220-987a-a58bfd9a89d4_SiteId">
    <vt:lpwstr>522a0f89-ae58-43b6-821b-2b06cecc7d8a</vt:lpwstr>
  </property>
  <property fmtid="{D5CDD505-2E9C-101B-9397-08002B2CF9AE}" pid="7" name="MSIP_Label_b16c548c-0cd3-4220-987a-a58bfd9a89d4_ActionId">
    <vt:lpwstr>0e831c6a-4daf-459e-a66c-38ad3bcc73cf</vt:lpwstr>
  </property>
  <property fmtid="{D5CDD505-2E9C-101B-9397-08002B2CF9AE}" pid="8" name="MSIP_Label_b16c548c-0cd3-4220-987a-a58bfd9a89d4_ContentBits">
    <vt:lpwstr>0</vt:lpwstr>
  </property>
  <property fmtid="{D5CDD505-2E9C-101B-9397-08002B2CF9AE}" pid="9" name="ContentTypeId">
    <vt:lpwstr>0x010100EEFD2EC9AE4E1C4E97A968ACD5F6A537</vt:lpwstr>
  </property>
  <property fmtid="{D5CDD505-2E9C-101B-9397-08002B2CF9AE}" pid="10" name="MediaServiceImageTags">
    <vt:lpwstr/>
  </property>
</Properties>
</file>